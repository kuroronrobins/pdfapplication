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398" y="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3F6104-1C89-A35D-27CE-1A4BC774D3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D80E7E0-5CF8-83DC-227A-49897B1A7E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3E14494-38B2-ADF5-051B-73918C30A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95866-AB28-48C6-8EDE-C54A7EC3E17C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169E03B-AB5D-7C77-B4BE-31BCFF3FF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E053860-84E7-4019-4524-C12A1D390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70DA2-8B4A-4410-9800-481D36D450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0736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A17490-C181-84A3-C4E1-11D8B5DC9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68DDB70-6C41-5E52-C669-E14C0CA5A5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FECE9F-E83E-AE84-1F7B-0BB17F66C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95866-AB28-48C6-8EDE-C54A7EC3E17C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3E19BE2-F762-95EE-FC16-D22450C2E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F3B2F86-48E6-B52E-8150-0C63F24C4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70DA2-8B4A-4410-9800-481D36D450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0709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C20EA5-9D57-1BBC-1D9A-A7918E008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55B2771-E6C4-A60B-650E-A53A94E1A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0CD24A9-E449-88D4-7152-F0A091166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95866-AB28-48C6-8EDE-C54A7EC3E17C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1EE720B-70C6-B73C-1150-149E3AC15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80E3D8E-9BAD-7862-6A95-B045F0BD5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70DA2-8B4A-4410-9800-481D36D450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1790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8830B2-9DD2-4A5E-A898-4A3AE19F6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A230A37-A69B-72A9-BEBC-C6520CDDF4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D62CD13-0D3D-27B7-21C2-F54C903E2E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8FDA82D-12A1-6990-4D6B-3FEA235FD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95866-AB28-48C6-8EDE-C54A7EC3E17C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4A6E046-9F90-04CB-8C8D-634F30F6F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EBB1BEE-E0A2-F1F4-0706-46ECBF2A5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70DA2-8B4A-4410-9800-481D36D450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2929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91632B-1CFC-2DF2-1E1F-03A109CB0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FDD1D01-7094-06E7-5691-5ECCEA2F6D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35F252F-3C9E-B93B-179D-72DDA9472E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5539449-7BAE-8E00-2A47-C91175E525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5BBE3F0-0CEA-0168-18FB-9D34BC836E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8AEA2A9-7086-D939-3DAB-A62314CED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95866-AB28-48C6-8EDE-C54A7EC3E17C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C17C364-AF30-A262-BB70-FC534A2BD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236F9D0-577B-95B0-17AD-D509353DC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70DA2-8B4A-4410-9800-481D36D450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0812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ABE1E3-EB23-EB17-634F-F146EEDEE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F54C6BF-6840-0B43-F8AE-6F10427C5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95866-AB28-48C6-8EDE-C54A7EC3E17C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CE0D00B-2B90-EB4F-EE22-9CBB52014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93A823F-4D26-2854-4B99-414978CB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70DA2-8B4A-4410-9800-481D36D450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3293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846C094-B0FD-9826-54CD-C5AE780F7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95866-AB28-48C6-8EDE-C54A7EC3E17C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7D41AEC-7810-D4B3-8135-9C4960D06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8BEE54A-740C-7B13-A1F2-788FABE64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70DA2-8B4A-4410-9800-481D36D450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6268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A8EF70-2D63-4A2B-A375-02043A2A9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F464AD8-6319-9748-A931-682F0950A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E85DF02-6AD3-4C23-2CB3-0BB9B86B79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F5EA40A-A32C-6CD1-7F86-4A0D89238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95866-AB28-48C6-8EDE-C54A7EC3E17C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9A6B8E6-E8C2-A6F7-C03A-E74838642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139D616-AD9D-CE48-6B89-86D3A4AB7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70DA2-8B4A-4410-9800-481D36D450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9720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C6F2D0-05FB-0C72-0F04-D9F50AB21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3D6EF77-755C-75C6-1814-365F0F3665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F31087A-0726-3DCE-870C-2F81711FB5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AF453F7-92B8-1EDA-0750-5A97D10A7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95866-AB28-48C6-8EDE-C54A7EC3E17C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A935840-8784-E087-21C3-87CD3E2D8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3272DF8-5EAF-25F1-5A36-D8D6A9FE2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70DA2-8B4A-4410-9800-481D36D450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4636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61ECD9-31D1-F328-C4AF-A58A8C8B2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E803E4C-ADFD-6A01-201D-F84FC0D328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0CEFB69-816F-1577-0D09-D261AF553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95866-AB28-48C6-8EDE-C54A7EC3E17C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4075C4E-5D5E-E1CE-64A9-59E1B5511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0663D7C-7FA1-CC26-2A69-BA87C266F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70DA2-8B4A-4410-9800-481D36D450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4058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7375D11-F316-522E-2FE1-CE50EBFF8E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839143E-ABE4-EC2B-4948-9117513FE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8803A2F-2723-9F64-A3EE-F6E203A8E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95866-AB28-48C6-8EDE-C54A7EC3E17C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46CDE15-8458-0D97-DC7B-68C60C967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5B71FF4-55AC-4C88-7DAB-A977261D4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70DA2-8B4A-4410-9800-481D36D450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5690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7A16A97-9182-2553-C17C-F2BBA580C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8DB9EEF-DE68-3E92-AEC7-85F76E6A29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A01931B-0AF2-B32B-D0EE-F75C65F3F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395866-AB28-48C6-8EDE-C54A7EC3E17C}" type="datetimeFigureOut">
              <a:rPr kumimoji="1" lang="ja-JP" altLang="en-US" smtClean="0"/>
              <a:t>2026/5/16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5990992-9B05-57AB-EB8B-A220BDFCF2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6FBFAFC-DE36-5E9A-668B-AFAB5F366F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B70DA2-8B4A-4410-9800-481D36D450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1208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4981D29-D2A1-20E6-A511-2344DBB657CD}"/>
              </a:ext>
            </a:extLst>
          </p:cNvPr>
          <p:cNvSpPr txBox="1"/>
          <p:nvPr/>
        </p:nvSpPr>
        <p:spPr>
          <a:xfrm>
            <a:off x="152400" y="101600"/>
            <a:ext cx="889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POWERPOINT TOP EDGE TEXT / ?????????</a:t>
            </a:r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3F6A692-5D9D-3752-390E-40B0B08DCD97}"/>
              </a:ext>
            </a:extLst>
          </p:cNvPr>
          <p:cNvSpPr txBox="1"/>
          <p:nvPr/>
        </p:nvSpPr>
        <p:spPr>
          <a:xfrm>
            <a:off x="152400" y="6286500"/>
            <a:ext cx="889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POWERPOINT BOTTOM EDGE TEXT / ???????</a:t>
            </a:r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7221EA3-C29B-655F-0CD2-62EA5FF2EBE0}"/>
              </a:ext>
            </a:extLst>
          </p:cNvPr>
          <p:cNvSpPr/>
          <p:nvPr/>
        </p:nvSpPr>
        <p:spPr>
          <a:xfrm>
            <a:off x="762000" y="1524000"/>
            <a:ext cx="914400" cy="292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Box 1</a:t>
            </a:r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0180FF6-E3A3-75C9-DF4E-08D9FB336097}"/>
              </a:ext>
            </a:extLst>
          </p:cNvPr>
          <p:cNvSpPr/>
          <p:nvPr/>
        </p:nvSpPr>
        <p:spPr>
          <a:xfrm>
            <a:off x="2032000" y="1524000"/>
            <a:ext cx="914400" cy="292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Box 2</a:t>
            </a:r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0BC5B85-AE49-22F3-9C67-F2BA2885226C}"/>
              </a:ext>
            </a:extLst>
          </p:cNvPr>
          <p:cNvSpPr/>
          <p:nvPr/>
        </p:nvSpPr>
        <p:spPr>
          <a:xfrm>
            <a:off x="3302000" y="1524000"/>
            <a:ext cx="914400" cy="292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Box 3</a:t>
            </a:r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B410CCF-9C22-9D27-8358-0AA013417C72}"/>
              </a:ext>
            </a:extLst>
          </p:cNvPr>
          <p:cNvSpPr/>
          <p:nvPr/>
        </p:nvSpPr>
        <p:spPr>
          <a:xfrm>
            <a:off x="4572000" y="1524000"/>
            <a:ext cx="914400" cy="292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Box 4</a:t>
            </a:r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E08BEB6-0DB2-0681-5D50-812C92C0D4E1}"/>
              </a:ext>
            </a:extLst>
          </p:cNvPr>
          <p:cNvSpPr/>
          <p:nvPr/>
        </p:nvSpPr>
        <p:spPr>
          <a:xfrm>
            <a:off x="5842000" y="1524000"/>
            <a:ext cx="914400" cy="292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Box 5</a:t>
            </a:r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39F10F1-53A0-043F-00A9-934B747E0B55}"/>
              </a:ext>
            </a:extLst>
          </p:cNvPr>
          <p:cNvSpPr/>
          <p:nvPr/>
        </p:nvSpPr>
        <p:spPr>
          <a:xfrm>
            <a:off x="7112000" y="1524000"/>
            <a:ext cx="914400" cy="2921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Box 6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2448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</Words>
  <Application>Microsoft Office PowerPoint</Application>
  <PresentationFormat>ワイド画面</PresentationFormat>
  <Paragraphs>8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a614</dc:creator>
  <cp:lastModifiedBy>a614</cp:lastModifiedBy>
  <cp:revision>1</cp:revision>
  <dcterms:created xsi:type="dcterms:W3CDTF">2026-05-16T08:17:34Z</dcterms:created>
  <dcterms:modified xsi:type="dcterms:W3CDTF">2026-05-16T08:17:34Z</dcterms:modified>
</cp:coreProperties>
</file>